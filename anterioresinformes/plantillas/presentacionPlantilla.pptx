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Dante Velásquez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Desarrollador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José Ñancupil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Front/back documentación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Desarrollador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Front Dev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/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/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Dante Velásquez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Desarrollador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Front/back documentación</a:t>
          </a:r>
          <a:endParaRPr lang="es-CL" sz="31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José Ñancupil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Desarrollador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Front Dev</a:t>
          </a:r>
          <a:endParaRPr lang="es-CL" sz="31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TAKOPI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5624347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262</Words>
  <Application>Microsoft Office PowerPoint</Application>
  <PresentationFormat>Panorámica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AK10579</cp:lastModifiedBy>
  <cp:revision>2</cp:revision>
  <dcterms:created xsi:type="dcterms:W3CDTF">2023-10-28T21:12:11Z</dcterms:created>
  <dcterms:modified xsi:type="dcterms:W3CDTF">2025-12-01T05:01:29Z</dcterms:modified>
</cp:coreProperties>
</file>